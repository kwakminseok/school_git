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wdp" ContentType="image/vnd.ms-photo"/>
  <Override PartName="/ppt/embeddings/oleObject2.wdp" ContentType="image/vnd.ms-photo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85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 horzBarState="maximized">
    <p:restoredLeft sz="14935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Relationship Id="rId3" Type="http://schemas.microsoft.com/office/2007/relationships/hdphoto" Target="../embeddings/oleObject1.wdp"  /><Relationship Id="rId4" Type="http://schemas.openxmlformats.org/officeDocument/2006/relationships/image" Target="../media/image3.png"  /><Relationship Id="rId5" Type="http://schemas.microsoft.com/office/2007/relationships/hdphoto" Target="../embeddings/oleObject2.wdp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Relationship Id="rId3" Type="http://schemas.microsoft.com/office/2007/relationships/hdphoto" Target="../embeddings/oleObject1.wdp"  /><Relationship Id="rId4" Type="http://schemas.openxmlformats.org/officeDocument/2006/relationships/image" Target="../media/image3.png"  /><Relationship Id="rId5" Type="http://schemas.microsoft.com/office/2007/relationships/hdphoto" Target="../embeddings/oleObject2.wdp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Relationship Id="rId3" Type="http://schemas.microsoft.com/office/2007/relationships/hdphoto" Target="../embeddings/oleObject1.wdp"  /><Relationship Id="rId4" Type="http://schemas.openxmlformats.org/officeDocument/2006/relationships/image" Target="../media/image4.png"  /><Relationship Id="rId5" Type="http://schemas.microsoft.com/office/2007/relationships/hdphoto" Target="../embeddings/oleObject2.wdp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Relationship Id="rId3" Type="http://schemas.microsoft.com/office/2007/relationships/hdphoto" Target="../embeddings/oleObject1.wdp"  /><Relationship Id="rId4" Type="http://schemas.openxmlformats.org/officeDocument/2006/relationships/image" Target="../media/image4.png"  /><Relationship Id="rId5" Type="http://schemas.microsoft.com/office/2007/relationships/hdphoto" Target="../embeddings/oleObject2.wdp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3/14/2019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4.png"  /><Relationship Id="rId14" Type="http://schemas.microsoft.com/office/2007/relationships/hdphoto" Target="../embeddings/oleObject2.wdp"  /><Relationship Id="rId15" Type="http://schemas.openxmlformats.org/officeDocument/2006/relationships/image" Target="../media/image3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Relationship Id="rId3" Type="http://schemas.openxmlformats.org/officeDocument/2006/relationships/slide" Target="slide4.xml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2.xml"  /><Relationship Id="rId3" Type="http://schemas.openxmlformats.org/officeDocument/2006/relationships/slide" Target="slide4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3.png"  /><Relationship Id="rId4" Type="http://schemas.openxmlformats.org/officeDocument/2006/relationships/slide" Target="slide3.xml"  /><Relationship Id="rId5" Type="http://schemas.openxmlformats.org/officeDocument/2006/relationships/slide" Target="slide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46B58-0769-44EC-936A-4FB288DF8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민족 분열 통치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6D0F35-70F8-4CFC-9754-D3BD515B6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p.276-p.277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533200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 descr="무단통치 ">
            <a:hlinkClick r:id="rId2" action="ppaction://hlinksldjump"/>
          </p:cNvPr>
          <p:cNvSpPr/>
          <p:nvPr/>
        </p:nvSpPr>
        <p:spPr>
          <a:xfrm>
            <a:off x="1003177" y="1464815"/>
            <a:ext cx="3275860" cy="914400"/>
          </a:xfrm>
          <a:prstGeom prst="roundRect">
            <a:avLst>
              <a:gd name="adj" fmla="val 16667"/>
            </a:avLst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/>
              <a:t>무단통치</a:t>
            </a:r>
            <a:endParaRPr lang="ko-KR" altLang="en-US"/>
          </a:p>
        </p:txBody>
      </p:sp>
      <p:sp>
        <p:nvSpPr>
          <p:cNvPr id="5" name="사각형: 둥근 모서리 4"/>
          <p:cNvSpPr/>
          <p:nvPr/>
        </p:nvSpPr>
        <p:spPr>
          <a:xfrm>
            <a:off x="7813829" y="1464814"/>
            <a:ext cx="3275860" cy="914400"/>
          </a:xfrm>
          <a:prstGeom prst="roundRect">
            <a:avLst>
              <a:gd name="adj" fmla="val 16667"/>
            </a:avLst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/>
              <a:t>문화통치</a:t>
            </a:r>
            <a:endParaRPr lang="ko-KR" altLang="en-US"/>
          </a:p>
        </p:txBody>
      </p:sp>
      <p:sp>
        <p:nvSpPr>
          <p:cNvPr id="6" name="화살표: 오른쪽 5">
            <a:hlinkClick r:id="rId3" action="ppaction://hlinksldjump"/>
          </p:cNvPr>
          <p:cNvSpPr/>
          <p:nvPr/>
        </p:nvSpPr>
        <p:spPr>
          <a:xfrm>
            <a:off x="5499524" y="1610896"/>
            <a:ext cx="1093818" cy="62223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3177" y="3068521"/>
            <a:ext cx="3275861" cy="22841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13829" y="3184510"/>
            <a:ext cx="3278865" cy="21956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668605"/>
            <a:ext cx="10058400" cy="5503595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/>
              <a:t>조선총독부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식민통치 최고기구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육.해 대장 출신중 총독 임명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입법 행정 사법등 모두 장악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defRPr lang="ko-KR" altLang="en-US"/>
            </a:pPr>
            <a:r>
              <a:rPr lang="ko-KR" altLang="en-US"/>
              <a:t>헌병경찰제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buNone/>
              <a:defRPr lang="ko-KR" altLang="en-US"/>
            </a:pPr>
            <a:r>
              <a:rPr lang="ko-KR" altLang="en-US"/>
              <a:t>- 헌병이 민간 경찰 업무까지 당담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defRPr lang="ko-KR" altLang="en-US"/>
            </a:pPr>
            <a:r>
              <a:rPr lang="ko-KR" altLang="en-US"/>
              <a:t>조선태형령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buNone/>
              <a:defRPr lang="ko-KR" altLang="en-US"/>
            </a:pPr>
            <a:r>
              <a:rPr lang="ko-KR" altLang="en-US"/>
              <a:t>- 한국인들에게만 때리는 형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defRPr lang="ko-KR" altLang="en-US"/>
            </a:pPr>
            <a:r>
              <a:rPr lang="ko-KR" altLang="en-US"/>
              <a:t>식민지교육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buNone/>
              <a:defRPr lang="ko-KR" altLang="en-US"/>
            </a:pPr>
            <a:r>
              <a:rPr lang="ko-KR" altLang="en-US"/>
              <a:t>-초등교육, 일본어, 일본식교육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defRPr lang="ko-KR" altLang="en-US"/>
            </a:pPr>
            <a:r>
              <a:rPr lang="ko-KR" altLang="en-US"/>
              <a:t>토지조사사업</a:t>
            </a: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buNone/>
              <a:defRPr lang="ko-KR" altLang="en-US"/>
            </a:pPr>
            <a:endParaRPr lang="ko-KR" altLang="en-US"/>
          </a:p>
          <a:p>
            <a:pPr marL="182880" indent="-182880">
              <a:buClr>
                <a:srgbClr val="9e3611"/>
              </a:buClr>
              <a:buSzPct val="100000"/>
              <a:buNone/>
              <a:defRPr lang="ko-KR" altLang="en-US"/>
            </a:pPr>
            <a:endParaRPr lang="ko-KR" altLang="en-US"/>
          </a:p>
        </p:txBody>
      </p:sp>
      <p:sp>
        <p:nvSpPr>
          <p:cNvPr id="4" name="">
            <a:hlinkClick r:id="rId2" action="ppaction://hlinksldjump"/>
          </p:cNvPr>
          <p:cNvSpPr/>
          <p:nvPr/>
        </p:nvSpPr>
        <p:spPr>
          <a:xfrm>
            <a:off x="11373231" y="6195099"/>
            <a:ext cx="519548" cy="53878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5" name="">
            <a:hlinkClick r:id="rId3" action="ppaction://hlinksldjump"/>
          </p:cNvPr>
          <p:cNvSpPr/>
          <p:nvPr/>
        </p:nvSpPr>
        <p:spPr>
          <a:xfrm>
            <a:off x="255923" y="6166235"/>
            <a:ext cx="500303" cy="500302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58790" y="2215534"/>
            <a:ext cx="3275859" cy="1927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사각형: 둥근 모서리 5" descr="무단통치 "/>
          <p:cNvSpPr/>
          <p:nvPr/>
        </p:nvSpPr>
        <p:spPr>
          <a:xfrm>
            <a:off x="958789" y="674703"/>
            <a:ext cx="3275860" cy="914400"/>
          </a:xfrm>
          <a:prstGeom prst="roundRect">
            <a:avLst>
              <a:gd name="adj" fmla="val 16667"/>
            </a:avLst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en-US" altLang="ko-KR" sz="2000"/>
              <a:t>3.1</a:t>
            </a:r>
            <a:r>
              <a:rPr lang="ko-KR" altLang="en-US" sz="2000"/>
              <a:t>운동</a:t>
            </a:r>
            <a:endParaRPr lang="ko-KR" altLang="en-US" sz="2000"/>
          </a:p>
        </p:txBody>
      </p:sp>
      <p:sp>
        <p:nvSpPr>
          <p:cNvPr id="7" name="왼쪽 대괄호 6"/>
          <p:cNvSpPr/>
          <p:nvPr/>
        </p:nvSpPr>
        <p:spPr>
          <a:xfrm>
            <a:off x="5660994" y="896644"/>
            <a:ext cx="870011" cy="5299969"/>
          </a:xfrm>
          <a:prstGeom prst="leftBracket">
            <a:avLst>
              <a:gd name="adj" fmla="val 833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8" name="왼쪽 대괄호 7"/>
          <p:cNvSpPr/>
          <p:nvPr/>
        </p:nvSpPr>
        <p:spPr>
          <a:xfrm rot="10800000">
            <a:off x="10429782" y="896644"/>
            <a:ext cx="870011" cy="5299969"/>
          </a:xfrm>
          <a:prstGeom prst="leftBracket">
            <a:avLst>
              <a:gd name="adj" fmla="val 833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5" name="제목 1"/>
          <p:cNvSpPr txBox="1"/>
          <p:nvPr/>
        </p:nvSpPr>
        <p:spPr>
          <a:xfrm>
            <a:off x="6095994" y="1299839"/>
            <a:ext cx="5018845" cy="652509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 rotWithShape="1">
                  <a:blip r:embed="rId3"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lvl="0">
              <a:defRPr lang="ko-KR" altLang="en-US"/>
            </a:pPr>
            <a:r>
              <a:rPr lang="en-US" altLang="ko-KR" sz="2000"/>
              <a:t>1. </a:t>
            </a:r>
            <a:r>
              <a:rPr lang="ko-KR" altLang="en-US" sz="2000"/>
              <a:t>윌슨의 민족 자결주의</a:t>
            </a:r>
            <a:br>
              <a:rPr lang="en-US" altLang="ko-KR" sz="2000"/>
            </a:br>
            <a:endParaRPr lang="ko-KR" altLang="en-US" sz="2000"/>
          </a:p>
        </p:txBody>
      </p:sp>
      <p:sp>
        <p:nvSpPr>
          <p:cNvPr id="20" name="제목 1"/>
          <p:cNvSpPr txBox="1"/>
          <p:nvPr/>
        </p:nvSpPr>
        <p:spPr>
          <a:xfrm>
            <a:off x="6095994" y="2355543"/>
            <a:ext cx="5018845" cy="652509"/>
          </a:xfrm>
          <a:prstGeom prst="rect">
            <a:avLst/>
          </a:prstGeom>
        </p:spPr>
        <p:txBody>
          <a:bodyPr vert="horz" lIns="91440" tIns="45720" rIns="91440" bIns="45720" anchor="t">
            <a:normAutofit fontScale="5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 rotWithShape="1">
                  <a:blip r:embed="rId3"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lvl="0">
              <a:defRPr lang="ko-KR" altLang="en-US"/>
            </a:pPr>
            <a:r>
              <a:rPr lang="en-US" altLang="ko-KR" sz="3200"/>
              <a:t>2. </a:t>
            </a:r>
            <a:r>
              <a:rPr lang="ko-KR" altLang="en-US" sz="3200"/>
              <a:t>무오독립선언</a:t>
            </a:r>
            <a:r>
              <a:rPr lang="en-US" altLang="ko-KR" sz="3200"/>
              <a:t>(</a:t>
            </a:r>
            <a:r>
              <a:rPr lang="ko-KR" altLang="en-US" sz="3200"/>
              <a:t>대한독립선언</a:t>
            </a:r>
            <a:r>
              <a:rPr lang="en-US" altLang="ko-KR" sz="3200"/>
              <a:t>) – </a:t>
            </a:r>
            <a:r>
              <a:rPr lang="ko-KR" altLang="en-US" sz="3200"/>
              <a:t>간도지역</a:t>
            </a:r>
            <a:br>
              <a:rPr lang="en-US" altLang="ko-KR" sz="2000"/>
            </a:br>
            <a:br>
              <a:rPr lang="en-US" altLang="ko-KR" sz="2000"/>
            </a:br>
            <a:br>
              <a:rPr lang="en-US" altLang="ko-KR" sz="2000"/>
            </a:br>
            <a:endParaRPr lang="ko-KR" altLang="en-US" sz="2000"/>
          </a:p>
        </p:txBody>
      </p:sp>
      <p:sp>
        <p:nvSpPr>
          <p:cNvPr id="21" name="제목 1">
            <a:hlinkClick r:id="rId4" action="ppaction://hlinksldjump"/>
          </p:cNvPr>
          <p:cNvSpPr txBox="1"/>
          <p:nvPr/>
        </p:nvSpPr>
        <p:spPr>
          <a:xfrm>
            <a:off x="6095994" y="3330613"/>
            <a:ext cx="5018845" cy="652509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 rotWithShape="1">
                  <a:blip r:embed="rId3"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lvl="0">
              <a:defRPr lang="ko-KR" altLang="en-US"/>
            </a:pPr>
            <a:r>
              <a:rPr lang="en-US" altLang="ko-KR" sz="2000"/>
              <a:t>3. 2.8 </a:t>
            </a:r>
            <a:r>
              <a:rPr lang="ko-KR" altLang="en-US" sz="2000"/>
              <a:t>독립선언</a:t>
            </a:r>
            <a:r>
              <a:rPr lang="en-US" altLang="ko-KR" sz="2000"/>
              <a:t> – </a:t>
            </a:r>
            <a:r>
              <a:rPr lang="ko-KR" altLang="en-US" sz="2000"/>
              <a:t>일본도쿄</a:t>
            </a:r>
            <a:br>
              <a:rPr lang="en-US" altLang="ko-KR" sz="2000"/>
            </a:br>
            <a:br>
              <a:rPr lang="en-US" altLang="ko-KR" sz="2000"/>
            </a:br>
            <a:br>
              <a:rPr lang="en-US" altLang="ko-KR" sz="2000"/>
            </a:br>
            <a:endParaRPr lang="ko-KR" altLang="en-US" sz="2000"/>
          </a:p>
        </p:txBody>
      </p:sp>
      <p:sp>
        <p:nvSpPr>
          <p:cNvPr id="22" name="제목 1">
            <a:hlinkClick r:id="rId5" action="ppaction://hlinksldjump"/>
          </p:cNvPr>
          <p:cNvSpPr txBox="1"/>
          <p:nvPr/>
        </p:nvSpPr>
        <p:spPr>
          <a:xfrm>
            <a:off x="6095994" y="4417938"/>
            <a:ext cx="5018845" cy="652509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 rotWithShape="1">
                  <a:blip r:embed="rId3"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lvl="0">
              <a:defRPr lang="ko-KR" altLang="en-US"/>
            </a:pPr>
            <a:r>
              <a:rPr lang="ko-KR" altLang="en-US" sz="2000"/>
              <a:t>4</a:t>
            </a:r>
            <a:r>
              <a:rPr lang="en-US" altLang="ko-KR" sz="2000"/>
              <a:t>. </a:t>
            </a:r>
            <a:r>
              <a:rPr lang="ko-KR" altLang="en-US" sz="2000"/>
              <a:t>무단통치에 대한 항거</a:t>
            </a:r>
            <a:br>
              <a:rPr lang="en-US" altLang="ko-KR" sz="2000"/>
            </a:br>
            <a:endParaRPr lang="en-US" altLang="ko-KR" sz="2000"/>
          </a:p>
        </p:txBody>
      </p:sp>
      <p:sp>
        <p:nvSpPr>
          <p:cNvPr id="23" name="제목 1"/>
          <p:cNvSpPr txBox="1"/>
          <p:nvPr/>
        </p:nvSpPr>
        <p:spPr>
          <a:xfrm>
            <a:off x="6095994" y="5505263"/>
            <a:ext cx="5018845" cy="652509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 rotWithShape="1">
                  <a:blip r:embed="rId3"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lvl="0">
              <a:defRPr lang="ko-KR" altLang="en-US"/>
            </a:pPr>
            <a:r>
              <a:rPr lang="ko-KR" altLang="en-US" sz="2000"/>
              <a:t>5.</a:t>
            </a:r>
            <a:r>
              <a:rPr lang="en-US" altLang="ko-KR" sz="2000"/>
              <a:t> </a:t>
            </a:r>
            <a:r>
              <a:rPr lang="ko-KR" altLang="en-US" sz="2000"/>
              <a:t>고종의 독살설</a:t>
            </a:r>
            <a:br>
              <a:rPr lang="en-US" altLang="ko-KR" sz="2000"/>
            </a:br>
            <a:endParaRPr lang="en-US" altLang="ko-KR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1"/>
      <p:bldP spid="21" grpId="2"/>
      <p:bldP spid="22" grpId="3"/>
      <p:bldP spid="23" grpId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 descr="무단통치&#10;">
            <a:extLst>
              <a:ext uri="{FF2B5EF4-FFF2-40B4-BE49-F238E27FC236}">
                <a16:creationId xmlns:a16="http://schemas.microsoft.com/office/drawing/2014/main" id="{652905A1-2647-46CD-AD70-38730137E101}"/>
              </a:ext>
            </a:extLst>
          </p:cNvPr>
          <p:cNvSpPr/>
          <p:nvPr/>
        </p:nvSpPr>
        <p:spPr>
          <a:xfrm>
            <a:off x="958789" y="674703"/>
            <a:ext cx="3275860" cy="914400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3.1</a:t>
            </a:r>
            <a:r>
              <a:rPr lang="ko-KR" altLang="en-US" sz="2000" dirty="0"/>
              <a:t>운동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784E549-675D-4845-B4A1-E8A424E7A90D}"/>
              </a:ext>
            </a:extLst>
          </p:cNvPr>
          <p:cNvSpPr/>
          <p:nvPr/>
        </p:nvSpPr>
        <p:spPr>
          <a:xfrm>
            <a:off x="7201270" y="674703"/>
            <a:ext cx="3275860" cy="914400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문화통치</a:t>
            </a:r>
          </a:p>
        </p:txBody>
      </p:sp>
      <p:sp>
        <p:nvSpPr>
          <p:cNvPr id="6" name="화살표: 굽음 5">
            <a:extLst>
              <a:ext uri="{FF2B5EF4-FFF2-40B4-BE49-F238E27FC236}">
                <a16:creationId xmlns:a16="http://schemas.microsoft.com/office/drawing/2014/main" id="{114F4738-85F2-452D-8199-E182F2CA7A2D}"/>
              </a:ext>
            </a:extLst>
          </p:cNvPr>
          <p:cNvSpPr/>
          <p:nvPr/>
        </p:nvSpPr>
        <p:spPr>
          <a:xfrm>
            <a:off x="5092084" y="843379"/>
            <a:ext cx="1539536" cy="132277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0E9A4A-2C6A-4D89-98F2-0F708997C892}"/>
              </a:ext>
            </a:extLst>
          </p:cNvPr>
          <p:cNvSpPr/>
          <p:nvPr/>
        </p:nvSpPr>
        <p:spPr>
          <a:xfrm>
            <a:off x="1060883" y="2166151"/>
            <a:ext cx="4611949" cy="2254929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내용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문관도 총독 가능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헌병 </a:t>
            </a:r>
            <a:r>
              <a:rPr lang="ko-KR" altLang="en-US" sz="1600" dirty="0" err="1">
                <a:solidFill>
                  <a:schemeClr val="tx1"/>
                </a:solidFill>
              </a:rPr>
              <a:t>경찰제</a:t>
            </a:r>
            <a:r>
              <a:rPr lang="en-US" altLang="ko-KR" sz="1600" dirty="0">
                <a:solidFill>
                  <a:schemeClr val="tx1"/>
                </a:solidFill>
              </a:rPr>
              <a:t>&gt; </a:t>
            </a:r>
            <a:r>
              <a:rPr lang="ko-KR" altLang="en-US" sz="1600" dirty="0">
                <a:solidFill>
                  <a:schemeClr val="tx1"/>
                </a:solidFill>
              </a:rPr>
              <a:t>보통경찰제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교원의 제복 착용 폐지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언론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r>
              <a:rPr lang="ko-KR" altLang="en-US" sz="1600" dirty="0">
                <a:solidFill>
                  <a:schemeClr val="tx1"/>
                </a:solidFill>
              </a:rPr>
              <a:t>출판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r>
              <a:rPr lang="ko-KR" altLang="en-US" sz="1600" dirty="0">
                <a:solidFill>
                  <a:schemeClr val="tx1"/>
                </a:solidFill>
              </a:rPr>
              <a:t>집회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r>
              <a:rPr lang="ko-KR" altLang="en-US" sz="1600" dirty="0" err="1">
                <a:solidFill>
                  <a:schemeClr val="tx1"/>
                </a:solidFill>
              </a:rPr>
              <a:t>결사등을</a:t>
            </a:r>
            <a:r>
              <a:rPr lang="ko-KR" altLang="en-US" sz="1600" dirty="0">
                <a:solidFill>
                  <a:schemeClr val="tx1"/>
                </a:solidFill>
              </a:rPr>
              <a:t> 허용</a:t>
            </a:r>
            <a:endParaRPr lang="en-US" altLang="ko-KR" sz="1600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B99E515-079D-4E10-B19D-77E423ACF8BC}"/>
              </a:ext>
            </a:extLst>
          </p:cNvPr>
          <p:cNvSpPr/>
          <p:nvPr/>
        </p:nvSpPr>
        <p:spPr>
          <a:xfrm>
            <a:off x="6791418" y="2166151"/>
            <a:ext cx="4611949" cy="2254929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결과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경찰관 수 증가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고등경찰제 실시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치안유지법 형성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</a:rPr>
              <a:t>기사발행 금지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압수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2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EAC90F6-6486-4962-8724-DBEABC6FBD76}"/>
              </a:ext>
            </a:extLst>
          </p:cNvPr>
          <p:cNvSpPr/>
          <p:nvPr/>
        </p:nvSpPr>
        <p:spPr>
          <a:xfrm>
            <a:off x="3098307" y="763479"/>
            <a:ext cx="5069149" cy="1287263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문화통치 </a:t>
            </a:r>
            <a:r>
              <a:rPr lang="en-US" altLang="ko-KR" sz="2000" dirty="0"/>
              <a:t>= </a:t>
            </a:r>
            <a:r>
              <a:rPr lang="ko-KR" altLang="en-US" sz="2000" dirty="0"/>
              <a:t>민족분열 정책</a:t>
            </a:r>
          </a:p>
        </p:txBody>
      </p:sp>
    </p:spTree>
    <p:extLst>
      <p:ext uri="{BB962C8B-B14F-4D97-AF65-F5344CB8AC3E}">
        <p14:creationId xmlns:p14="http://schemas.microsoft.com/office/powerpoint/2010/main" val="3657361809"/>
      </p:ext>
    </p:extLst>
  </p:cSld>
  <p:clrMapOvr>
    <a:masterClrMapping/>
  </p:clrMapOvr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목판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2147483647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2147483647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120</ep:Words>
  <ep:PresentationFormat>와이드스크린</ep:PresentationFormat>
  <ep:Paragraphs>33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목판</vt:lpstr>
      <vt:lpstr>민족 분열 통치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2019-03-14T14:24:50.000</dcterms:created>
  <dc:creator>hyun5782@hanmail.net</dc:creator>
  <cp:lastModifiedBy>samsung</cp:lastModifiedBy>
  <dcterms:modified xsi:type="dcterms:W3CDTF">2019-03-17T16:21:37.246</dcterms:modified>
  <cp:revision>14</cp:revision>
  <dc:title>민족 분열 통치</dc:title>
</cp:coreProperties>
</file>